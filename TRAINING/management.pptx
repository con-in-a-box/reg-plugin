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Management &amp; Help Desk Manual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Registration leads and Help Desk — CONvergence Check-In Extension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Overview &amp; Setup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the Extension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Chrome extension running inside Neon CRM — no server, no build step.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Reads attendee/registration pages, validates eligibility, writes check-in data back to Neon.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Volunteers never type badge numbers, dates, or times.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Settings are per-workstation — changes on one machine don't affect others.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Configure each station before the shift starts.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Two flows in one install: Registration mode and Merchandise mode.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Set on the Options page. Each station runs one mode.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Options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5303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20272"/>
                </a:solidFill>
              </a:rPr>
              <a:t>CONvergence Check-In — Options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Extension Mode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9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Registration (badge) ● Merchandise pickup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13432"/>
            <a:ext cx="3931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24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Enable Management Override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Reveals password field + manager controls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3931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48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Behavior (manager only)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Regular ● Debugging (pre-con walk)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361688"/>
            <a:ext cx="393192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72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Pop-up behavior (manager only)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Automated (modal) ● Manual (click icon)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8064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8064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 Options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Right-click toolbar icon → Options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Settings persist per workstation until changed.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Always click Save Options to apply.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Config check panel — always visible.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CC0202"/>
                </a:solidFill>
              </a:rPr>
              <a:t>Red = annual-update error. Fix before con.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Yellow = warning. Review before con.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Maintenance panel (manager-only):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Tab check, cache reset, storage dump.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Modes &amp; Pop-up Behavior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Registration Mode vs Merchandise Mode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286000" cy="5029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960120"/>
            <a:ext cx="3291840" cy="5029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960120"/>
            <a:ext cx="3291840" cy="5029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Merchandise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28600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Purpose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46304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Badge issuance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46304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63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T-shirts &amp; Guides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6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Toolbar face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28600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286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Reggie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228600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86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Connie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108960"/>
            <a:ext cx="228600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08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On-screen marker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310896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108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9320" y="310896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108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Blue MERCH MODE banner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31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Validates holds?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393192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Yes — all checks apply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89320" y="393192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No — ordered items only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228600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754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Guide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475488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754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reg-checkin.html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89320" y="4754880"/>
            <a:ext cx="3291840" cy="777240"/>
          </a:xfrm>
          <a:prstGeom prst="rect">
            <a:avLst/>
          </a:prstGeom>
          <a:solidFill>
            <a:srgbClr val="FBFA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4754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merch-checkin.html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Pop-up Behavior: Automated vs Manual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22860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Automated (default — recommended)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Check-in window opens in the page as a modal, automatically on page load.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025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Toolbar click re-opens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Modal is draggable by its title bar — position is remembered.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072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Best for a busy check-in line.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566160"/>
            <a:ext cx="8503920" cy="22860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56616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Nothing opens automatically.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628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Volunteer clicks toolbar icon to open the classic small pop-up window.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65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Use as a fallback if the in-page modal conflicts with a Neon page.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C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Management Override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Management Override — What It Does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MANAGER OVERRIDE ACTIVE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Red MANAGER OVERRIDE ACTIVE bar on every screen (above).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Toolbar icon carries a purple M badge.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Red attendee rows get ⚠ Override — Check In → button instead of 'Send to Help Desk.'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Full red ⛔ DO NOT ISSUE BADGE detail still shows — override doesn't hide the reason.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Use override only after personally resolving the underlying issue.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Turn override OFF (uncheck + Save) when stepping away from a Help Desk workstation.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Management Override — Password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7F0FC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The code stores only a cryptographic hash. The real password is never in the repo or source 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Share the password VERBALLY or via a password manager only.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CC0202"/>
                </a:solidFill>
              </a:rPr>
              <a:t>Never in email, Slack, GitHub, or any written note.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Rotate annually: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Open tools/generate-password-hash.html locally in Chrome (don't upload to GitHub).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Paste the new hash into config.js.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See ANNUAL_UPDATE_GUIDE.md for full steps.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Enabling it: Options → check Enable Management Override → enter password → Save Options.</a:t>
            </a:r>
            <a:endParaRPr lang="en-US" sz="14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Wrong password = options don't save, error message shown.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C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Blocking Conditions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 Conditions — Block Check-In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solidFill>
            <a:srgbClr val="FDE8E8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Badge number is hidden until ALL red conditions clear AND all required fields are filled.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7632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17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Reg / Art Show / Ops Hold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5179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Hold on this registration or account.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1517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202"/>
                </a:solidFill>
              </a:rPr>
              <a:t>Resolve at the respective department.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→ Resolve at the respective department.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14600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04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Not Paid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4048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Status isn't SUCCEEDED.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404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202"/>
                </a:solidFill>
              </a:rPr>
              <a:t>Send to cashier / Reg Head.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7706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→ Send to cashier / Reg Head.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01568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Already Issued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291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Badge already handed out.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202"/>
                </a:solidFill>
              </a:rPr>
              <a:t>Help Desk — possible duplicate.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→ Help Desk — possible duplicate.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123944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88536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Wrong Year / Event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1788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Registration isn't for this con.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4178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202"/>
                </a:solidFill>
              </a:rPr>
              <a:t>Verify correct event in Neon.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5445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→ Verify correct event in Neon.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5010912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5175504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065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Name Mismatch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50657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Non-transferable, name doesn't match.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50657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202"/>
                </a:solidFill>
              </a:rPr>
              <a:t>Help Desk.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43153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202"/>
                </a:solidFill>
              </a:rPr>
              <a:t>→ Help Desk.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Yellow Conditions — Fixable at the Station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2331720"/>
          </a:xfrm>
          <a:prstGeom prst="roundRect">
            <a:avLst>
              <a:gd name="adj" fmla="val 3922"/>
            </a:avLst>
          </a:prstGeom>
          <a:solidFill>
            <a:srgbClr val="FFFBF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384048" cy="384048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Age Verification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Adult or Dealer ticket — ID hasn't been checked yet.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Fix: Volunteer checks photo ID against cutoff date shown on screen, clicks Age Verified, ID Returned ✓.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566160"/>
            <a:ext cx="8503920" cy="2331720"/>
          </a:xfrm>
          <a:prstGeom prst="roundRect">
            <a:avLst>
              <a:gd name="adj" fmla="val 3922"/>
            </a:avLst>
          </a:prstGeom>
          <a:solidFill>
            <a:srgbClr val="FFFBF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576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Missing 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Emergency contact field is empty.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Fix: Volunteer asks attendee, fills field on Neon form, clicks Re-check ↺.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Pre-Con Field Check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(Debug Walk)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&amp; When to Run the Debug Walk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The extension finds Neon custom fields by matching label text. If Neon renames or reorders fields, matching silently breaks.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Run before con and after any Neon form change.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After admins change any attendee-form field label or order.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Before the first shift of each con (annual sanity check).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After any annual update to config.js fieldLabels.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Report flags any field the extension expects but can't find.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328332"/>
                </a:solidFill>
              </a:rPr>
              <a:t>Green report = check-in will resolve every field correctly.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CC0202"/>
                </a:solidFill>
              </a:rPr>
              <a:t>Red NOT FOUND items = config.js labels need updating.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Running the Debug Walk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789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Options → enable Management Override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Enter password and save.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653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Set Behavior to Debugging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Options page → Debugging (pre-con field check walk). Save.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57860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517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Open any real Neon attendee page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Click the toolbar icon. Extension walks Account → Registration → Attendee automatically.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38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36499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381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Review the report tab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 red NOT FOUND items = all good. Red items = update config.js labels.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15137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2452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Set Behavior back to Regular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⛔ Do this immediately. Leaving it on Debugging means every toolbar click triggers a walk instead of a check-in.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Maintenance &amp; Escalation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Maintenance Tools (Options Page)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0272"/>
                </a:solidFill>
              </a:rPr>
              <a:t>Check Neon tab(s)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Confirms extension scripts loaded on open Neon tabs. First step when nothing happens.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0272"/>
                </a:solidFill>
              </a:rPr>
              <a:t>Clear cached scrape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Wipes cached page reads without touching settings. Use when page shows stale data; reload Neon tab after.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0272"/>
                </a:solidFill>
              </a:rPr>
              <a:t>Storage contents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Raw dump of local storage. Share with IT when diagnosing.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98348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074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0272"/>
                </a:solidFill>
              </a:rPr>
              <a:t>Config check panel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532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Always visible. Red = must fix before con. Yellow = review.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to Call 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F7F0FC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Point IT to DEVELOPER.MD and TROUBLESHOOTING.md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Config check or Debug Walk reports errors you can't resolve by re-running.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 condition fires that doesn't match reality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e.g. everyone shows 'Unknown ticket' → Neon field/ticket names probably changed.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Badge CSV won't download on a correctly-set-up station.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Extension doesn't load or scripts don't respond after reloads.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Annual update (event names, ticket names, merch catalog, password):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All in config.js — full checklist in ANNUAL_UPDATE_GUIDE.md.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Don't edit other files unless IT says 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2026-06-21T22:38:44Z</dcterms:created>
  <dcterms:modified xsi:type="dcterms:W3CDTF">2026-06-21T22:38:44Z</dcterms:modified>
</cp:coreProperties>
</file>