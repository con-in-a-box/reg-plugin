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202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Registration Check-In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Volunteer Training Guide — Badge Issuance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202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Check-In Steps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Steps at a Glance — Everything Goes Well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32688"/>
            <a:ext cx="8503920" cy="502920"/>
          </a:xfrm>
          <a:prstGeom prst="roundRect">
            <a:avLst>
              <a:gd name="adj" fmla="val 14545"/>
            </a:avLst>
          </a:prstGeom>
          <a:solidFill>
            <a:srgbClr val="F0E8F7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The pop-up is your guide — it walks you through each step. Just follow along.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645920"/>
            <a:ext cx="1554480" cy="4480560"/>
          </a:xfrm>
          <a:prstGeom prst="roundRect">
            <a:avLst>
              <a:gd name="adj" fmla="val 4706"/>
            </a:avLst>
          </a:prstGeom>
          <a:solidFill>
            <a:srgbClr val="F9F8FC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11480" y="2560320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Greet &amp; ask for ID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3383280"/>
            <a:ext cx="1371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Welcome them. Ask for a government photo ID.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057400" y="1645920"/>
            <a:ext cx="1554480" cy="4480560"/>
          </a:xfrm>
          <a:prstGeom prst="roundRect">
            <a:avLst>
              <a:gd name="adj" fmla="val 4706"/>
            </a:avLst>
          </a:prstGeom>
          <a:solidFill>
            <a:srgbClr val="F9F8FC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874520"/>
            <a:ext cx="548640" cy="548640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148840" y="2560320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Search &amp; click name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148840" y="3383280"/>
            <a:ext cx="1371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Type their name, click it in the list.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94760" y="1645920"/>
            <a:ext cx="1554480" cy="4480560"/>
          </a:xfrm>
          <a:prstGeom prst="roundRect">
            <a:avLst>
              <a:gd name="adj" fmla="val 4706"/>
            </a:avLst>
          </a:prstGeom>
          <a:solidFill>
            <a:srgbClr val="F9F8FC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97680" y="1874520"/>
            <a:ext cx="548640" cy="548640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886200" y="2560320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Pick attendee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886200" y="3383280"/>
            <a:ext cx="1371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Click Check In → on their row.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532120" y="1645920"/>
            <a:ext cx="1554480" cy="4480560"/>
          </a:xfrm>
          <a:prstGeom prst="roundRect">
            <a:avLst>
              <a:gd name="adj" fmla="val 4706"/>
            </a:avLst>
          </a:prstGeom>
          <a:solidFill>
            <a:srgbClr val="F9F8FC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35040" y="1874520"/>
            <a:ext cx="548640" cy="548640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623560" y="2560320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Verify 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623560" y="3383280"/>
            <a:ext cx="1371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Adult / Dealer: confirm DOB on the ID, then Age Verified ✓.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269480" y="1645920"/>
            <a:ext cx="1554480" cy="4480560"/>
          </a:xfrm>
          <a:prstGeom prst="roundRect">
            <a:avLst>
              <a:gd name="adj" fmla="val 4706"/>
            </a:avLst>
          </a:prstGeom>
          <a:solidFill>
            <a:srgbClr val="F9F8FC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0" y="1874520"/>
            <a:ext cx="548640" cy="548640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360920" y="2560320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Issue badge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60920" y="3383280"/>
            <a:ext cx="1371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Hand over the badge, then click Badge Issued.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The Check-In Pop-up &amp; Verifying the ID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3840480" cy="2926080"/>
          </a:xfrm>
          <a:prstGeom prst="roundRect">
            <a:avLst>
              <a:gd name="adj" fmla="val 3125"/>
            </a:avLst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05840"/>
            <a:ext cx="3840480" cy="457200"/>
          </a:xfrm>
          <a:prstGeom prst="roundRect">
            <a:avLst>
              <a:gd name="adj" fmla="val 20000"/>
            </a:avLst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33272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Check-In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Legal Name
</a:t>
            </a:r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Sample, Angela
</a:t>
            </a:r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ID Required
</a:t>
            </a:r>
            <a:pPr indent="0" marL="0">
              <a:buNone/>
            </a:pPr>
            <a:r>
              <a:rPr lang="en-US" sz="1400" b="1" dirty="0">
                <a:solidFill>
                  <a:srgbClr val="CC0202"/>
                </a:solidFill>
              </a:rPr>
              <a:t>DOB on or before 6/19/2008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FFB400"/>
          </a:solidFill>
          <a:ln w="12700">
            <a:solidFill>
              <a:srgbClr val="FFB4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2004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Age Verified, ID Returned 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89120" y="1005840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To verify (over-18 badges):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89120" y="1371600"/>
            <a:ext cx="44348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Use the photo ID you took at the start.</a:t>
            </a:r>
            <a:endParaRPr lang="en-US" sz="14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Name on the pop-up MUST match the name on the ID.</a:t>
            </a:r>
            <a:endParaRPr lang="en-US" sz="14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Face on the ID matches the person.</a:t>
            </a:r>
            <a:endParaRPr lang="en-US" sz="14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Date of birth is on or before the date shown.</a:t>
            </a:r>
            <a:endParaRPr lang="en-US" sz="14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Hand the ID back, then click Age Verified, ID Returned ✓.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89120" y="4069080"/>
            <a:ext cx="4434840" cy="1188720"/>
          </a:xfrm>
          <a:prstGeom prst="roundRect">
            <a:avLst>
              <a:gd name="adj" fmla="val 6154"/>
            </a:avLst>
          </a:prstGeom>
          <a:solidFill>
            <a:srgbClr val="FFF5F5"/>
          </a:solidFill>
          <a:ln w="12700">
            <a:solidFill>
              <a:srgbClr val="CC020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4142232"/>
            <a:ext cx="41605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Name doesn't match, no ID, or you're unsure? Get the Room Captain, or send the attendee to the Help Desk. Do NOT click Age Verified.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Missing Emergency Contact (ICE)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594360"/>
          </a:xfrm>
          <a:prstGeom prst="roundRect">
            <a:avLst>
              <a:gd name="adj" fmla="val 12308"/>
            </a:avLst>
          </a:prstGeom>
          <a:solidFill>
            <a:srgbClr val="FFFBF0"/>
          </a:solidFill>
          <a:ln w="12700">
            <a:solidFill>
              <a:srgbClr val="FFB4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33272"/>
            <a:ext cx="82296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</a:rPr>
              <a:t>⚠  If the emergency contact field is blank, the pop-up shows a yellow warning. You can fix it right at the station.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" y="1764792"/>
            <a:ext cx="475488" cy="475488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76479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1691640"/>
            <a:ext cx="7863840" cy="713232"/>
          </a:xfrm>
          <a:prstGeom prst="roundRect">
            <a:avLst>
              <a:gd name="adj" fmla="val 7692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764792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Ask the attendee 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Get their emergency contact's name and phone number.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0040" y="2551176"/>
            <a:ext cx="475488" cy="475488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255117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14400" y="2478024"/>
            <a:ext cx="7863840" cy="713232"/>
          </a:xfrm>
          <a:prstGeom prst="roundRect">
            <a:avLst>
              <a:gd name="adj" fmla="val 7692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551176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Click Show me the field ↓ 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The field on the Neon form highlights in yellow behind the pop-up.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20040" y="3337560"/>
            <a:ext cx="475488" cy="475488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3337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14400" y="3264408"/>
            <a:ext cx="7863840" cy="713232"/>
          </a:xfrm>
          <a:prstGeom prst="roundRect">
            <a:avLst>
              <a:gd name="adj" fmla="val 7692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337560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Type the information in 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Fill in the highlighted field on the Neon page.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20040" y="4123944"/>
            <a:ext cx="475488" cy="475488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412394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14400" y="4050792"/>
            <a:ext cx="7863840" cy="713232"/>
          </a:xfrm>
          <a:prstGeom prst="roundRect">
            <a:avLst>
              <a:gd name="adj" fmla="val 7692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123944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Click Re-check ↺ 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In the pop-up. If it saved, the warning clears.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Issuing the Badge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8412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600" dirty="0">
                <a:solidFill>
                  <a:srgbClr val="620272"/>
                </a:solidFill>
              </a:rPr>
              <a:t>Pre-Printed / Printed? / Blank  — read this FIRST</a:t>
            </a:r>
            <a:endParaRPr lang="en-US" sz="16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Line under the badge number. The runner uses it to fetch the badge.</a:t>
            </a:r>
            <a:endParaRPr lang="en-US" sz="16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Pre-Printed = pull it from the pre-printed stock.</a:t>
            </a:r>
            <a:endParaRPr lang="en-US" sz="16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Printed? = check the stock.   Blank = no badge yet, print one.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600" dirty="0">
                <a:solidFill>
                  <a:srgbClr val="620272"/>
                </a:solidFill>
              </a:rPr>
              <a:t>First Time? Badge Ribbon!</a:t>
            </a:r>
            <a:endParaRPr lang="en-US" sz="16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If the pop-up shows this, give them a First Time Attendee ribbon.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600" dirty="0">
                <a:solidFill>
                  <a:srgbClr val="0072B2"/>
                </a:solidFill>
              </a:rPr>
              <a:t>Badge Issued</a:t>
            </a:r>
            <a:endParaRPr lang="en-US" sz="16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Get the badge, hand it to the attendee, THEN click Badge Issued.</a:t>
            </a:r>
            <a:endParaRPr lang="en-US" sz="16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If the button also says Send to Merchandise, tell them to visit the Merch table.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5120640"/>
            <a:ext cx="8503920" cy="640080"/>
          </a:xfrm>
          <a:prstGeom prst="roundRect">
            <a:avLst>
              <a:gd name="adj" fmla="val 11429"/>
            </a:avLst>
          </a:prstGeom>
          <a:solidFill>
            <a:srgbClr val="F0FAF0"/>
          </a:solidFill>
          <a:ln w="12700">
            <a:solidFill>
              <a:srgbClr val="3283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5193792"/>
            <a:ext cx="8229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After you click, the pop-up records the check-in in Neon and resets for the next person.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Send to Help Desk  vs.  Call the Room Captain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2377440"/>
          </a:xfrm>
          <a:prstGeom prst="roundRect">
            <a:avLst>
              <a:gd name="adj" fmla="val 3846"/>
            </a:avLst>
          </a:prstGeom>
          <a:solidFill>
            <a:srgbClr val="FFF5F5"/>
          </a:solidFill>
          <a:ln w="12700">
            <a:solidFill>
              <a:srgbClr val="CC020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789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C0202"/>
                </a:solidFill>
              </a:rPr>
              <a:t>When to Send to Help Desk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8138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When the pop-up tells you to (Send to Help Desk / NOT ALLOWED).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The attendee does not have a photo ID.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The attendee is under 16 and alone.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" y="3520440"/>
            <a:ext cx="8503920" cy="2240280"/>
          </a:xfrm>
          <a:prstGeom prst="roundRect">
            <a:avLst>
              <a:gd name="adj" fmla="val 4082"/>
            </a:avLst>
          </a:prstGeom>
          <a:solidFill>
            <a:srgbClr val="F0F7FF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63931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2B2"/>
                </a:solidFill>
              </a:rPr>
              <a:t>When to Call the Room Captain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138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ID verification problems — name doesn't match, face doesn't match, or you're unsure about the ID.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Any question you're not sure how to handle.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" y="58978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C0202"/>
                </a:solidFill>
              </a:rPr>
              <a:t>When in doubt — don't issue the badge. Ask first.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2026-06-21T22:38:44Z</dcterms:created>
  <dcterms:modified xsi:type="dcterms:W3CDTF">2026-06-21T22:38:44Z</dcterms:modified>
</cp:coreProperties>
</file>