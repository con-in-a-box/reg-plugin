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2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Merchandise Pickup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Volunteer Training Guide — T-Shirts &amp; Souvenir Guides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You Start Each Shift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MERCH MODE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This blue banner must appear at the top of every screen.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0E8F7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219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Toolbar face = CONNIE   |   Blue MERCH MODE banner on every screen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5F5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0779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No MERCH MODE banner, or toolbar shows Reggie? STOP — tell your lead. Do not hand out any merchandise.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657600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F0FAF0"/>
          </a:solidFill>
          <a:ln w="12700">
            <a:solidFill>
              <a:srgbClr val="328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307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No age checks or holds at this station. You only confirm what was ordered and hand it over.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the Toolbar Icon Color Means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328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234440"/>
            <a:ext cx="402336" cy="402336"/>
          </a:xfrm>
          <a:prstGeom prst="ellipse">
            <a:avLst/>
          </a:prstGeom>
          <a:solidFill>
            <a:srgbClr val="328332"/>
          </a:solidFill>
          <a:ln w="12700">
            <a:solidFill>
              <a:srgbClr val="328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6642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Green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9751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Ready — proceed normally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9464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28416" y="1234440"/>
            <a:ext cx="402336" cy="402336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6642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Yellow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15184" y="19751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Item not yet picked up — OK to hand 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54296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13248" y="1234440"/>
            <a:ext cx="402336" cy="402336"/>
          </a:xfrm>
          <a:prstGeom prst="ellipse">
            <a:avLst/>
          </a:prstGeom>
          <a:solidFill>
            <a:srgbClr val="CC0202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6642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0016" y="19751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Stop — ask your lead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9128" y="10972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234440"/>
            <a:ext cx="402336" cy="402336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9128" y="16642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Grey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84848" y="19751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Idle — not on a merch page yet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200400"/>
            <a:ext cx="8503920" cy="2560320"/>
          </a:xfrm>
          <a:prstGeom prst="rect">
            <a:avLst/>
          </a:prstGeom>
          <a:noFill/>
          <a:ln>
            <a:solidFill>
              <a:srgbClr val="BBBBBB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[SCREENSHOT: Connie icon states in toolbar]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72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4 Steps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0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70432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Open the attendee in Neon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Find them by name or account number. Open account page, click Connie icon.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956816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56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883664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56816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Pick the right person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List shows what each person ordered. Click Review Merch → on their row.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432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670048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74320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Check off what you hand over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Tick the box for each item you give them now.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3529584"/>
            <a:ext cx="475488" cy="475488"/>
          </a:xfrm>
          <a:prstGeom prst="ellipse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29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3456432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F9F8FC"/>
          </a:solidFill>
          <a:ln w="12700">
            <a:solidFill>
              <a:srgbClr val="E0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52958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Hand over, then confirm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Give the items first, then click Confirm Pickup.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The Checkbox Screen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BF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1615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34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T-Shirt (Unisex 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8775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E0F0E0"/>
          </a:solidFill>
          <a:ln w="12700">
            <a:solidFill>
              <a:srgbClr val="328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87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8332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</a:rPr>
              <a:t>Souvenir Guide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953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Already picked up: 07/03/2026 14:22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97764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328332"/>
          </a:solidFill>
          <a:ln w="12700">
            <a:solidFill>
              <a:srgbClr val="328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977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Confirm Pickup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F0FAF0"/>
          </a:solidFill>
          <a:ln w="12700">
            <a:solidFill>
              <a:srgbClr val="328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24712"/>
            <a:ext cx="3886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Tick the box for each item you hand over right now.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901952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Greyed-out 'Already picked up' items were collected at an earlier visit. DO NOT hand out a second one.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F0F7FF"/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953512"/>
            <a:ext cx="3886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Hand over the merch FIRST, then click Confirm Pickup.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Already Picked Up — What To 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FFFBF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When an item shows Already picked up: [date/time], Neon has a record it was collected. The checkbox is locked.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412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If attendee says they never received it: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Do not hand out another item on your own authority.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Tell your lead — they can look up the record in Neon.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The recording includes the exact date and time.</a:t>
            </a: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endParaRPr lang="en-US" sz="15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Never override a locked checkbox.</a:t>
            </a:r>
            <a:endParaRPr lang="en-US" sz="1500" dirty="0"/>
          </a:p>
          <a:p>
            <a:pPr marL="152400" indent="-152400">
              <a:spcBef>
                <a:spcPts val="600"/>
              </a:spcBef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Handing out a second item without manager approval is against policy.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When to Call a Manager / Lead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120640"/>
          </a:xfrm>
          <a:prstGeom prst="roundRect">
            <a:avLst>
              <a:gd name="adj" fmla="val 1786"/>
            </a:avLst>
          </a:prstGeom>
          <a:solidFill>
            <a:srgbClr val="FFF5F5"/>
          </a:solidFill>
          <a:ln w="12700">
            <a:solidFill>
              <a:srgbClr val="CC02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Toolbar is RED, or MERCH MODE banner is missing.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Attendee says they ordered something not in the list.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'Already picked up' shows but attendee says they never got it.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Screen says 'Attendee merch data not ready' or 'Could not record pickup.'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The person's name isn't in the attendee list at all.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5806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202"/>
                </a:solidFill>
              </a:rPr>
              <a:t>When in doubt — don't hand out the item. Ask first.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9144000" cy="45720"/>
          </a:xfrm>
          <a:prstGeom prst="rect">
            <a:avLst/>
          </a:prstGeom>
          <a:solidFill>
            <a:srgbClr val="620272"/>
          </a:solidFill>
          <a:ln w="12700">
            <a:solidFill>
              <a:srgbClr val="62027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2026-06-21T22:38:44Z</dcterms:created>
  <dcterms:modified xsi:type="dcterms:W3CDTF">2026-06-21T22:38:44Z</dcterms:modified>
</cp:coreProperties>
</file>